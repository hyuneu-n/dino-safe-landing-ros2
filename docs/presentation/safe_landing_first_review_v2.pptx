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37160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37160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RGB-D 기반 배송 드론 안전 착륙 시스템</dc:title>
  <dc:subject>종합설계 1차 발표 V2</dc:subject>
  <dc:creator/>
  <cp:keywords/>
  <dc:description>화면 고정형 PPTX입니다. 내용 수정은 safe_landing_first_review_v2.html과 build_html_deck_v2.py에서 진행하세요.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