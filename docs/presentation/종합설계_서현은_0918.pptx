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576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55317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사용자 지정</PresentationFormat>
  <Paragraphs>0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종합설계 — RGB-D 기반 배송 드론 안전 착륙 시스템</dc:title>
  <dc:subject>종합설계 발표</dc:subject>
  <dc:creator>서현은</dc:creator>
  <cp:keywords/>
  <dc:description>HTML 확정 화면을 이미지로 배치한 레이아웃 고정형 PPTX. 발표 대본은 각 슬라이드의 발표자 노트에 포함됨.</dc:description>
  <cp:lastModifiedBy>Hyuneun Seo</cp:lastModifiedBy>
  <cp:revision>2</cp:revision>
  <dcterms:created xsi:type="dcterms:W3CDTF">2013-01-27T09:14:16Z</dcterms:created>
  <dcterms:modified xsi:type="dcterms:W3CDTF">2026-09-16T11:44:30Z</dcterms:modified>
  <cp:category/>
</cp:coreProperties>
</file>